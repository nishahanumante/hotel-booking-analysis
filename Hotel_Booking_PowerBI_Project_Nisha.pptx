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21" r:id="rId1"/>
  </p:sldMasterIdLst>
  <p:notesMasterIdLst>
    <p:notesMasterId r:id="rId19"/>
  </p:notesMasterIdLst>
  <p:sldIdLst>
    <p:sldId id="314" r:id="rId2"/>
    <p:sldId id="296" r:id="rId3"/>
    <p:sldId id="257" r:id="rId4"/>
    <p:sldId id="315" r:id="rId5"/>
    <p:sldId id="298" r:id="rId6"/>
    <p:sldId id="297" r:id="rId7"/>
    <p:sldId id="299" r:id="rId8"/>
    <p:sldId id="300" r:id="rId9"/>
    <p:sldId id="304" r:id="rId10"/>
    <p:sldId id="306" r:id="rId11"/>
    <p:sldId id="321" r:id="rId12"/>
    <p:sldId id="319" r:id="rId13"/>
    <p:sldId id="320" r:id="rId14"/>
    <p:sldId id="322" r:id="rId15"/>
    <p:sldId id="324" r:id="rId16"/>
    <p:sldId id="312" r:id="rId17"/>
    <p:sldId id="31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3C0ACB-081E-4217-B7F8-4A4AA3410CEC}" v="113" dt="2025-11-09T11:38:34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 hanumante" userId="8d1c04768e2fba64" providerId="LiveId" clId="{1F306A97-4225-4001-9C45-B6AB44A9D299}"/>
    <pc:docChg chg="undo custSel addSld delSld modSld sldOrd modMainMaster">
      <pc:chgData name="nisha hanumante" userId="8d1c04768e2fba64" providerId="LiveId" clId="{1F306A97-4225-4001-9C45-B6AB44A9D299}" dt="2025-11-09T14:52:48.783" v="6958"/>
      <pc:docMkLst>
        <pc:docMk/>
      </pc:docMkLst>
      <pc:sldChg chg="modSp mod ord">
        <pc:chgData name="nisha hanumante" userId="8d1c04768e2fba64" providerId="LiveId" clId="{1F306A97-4225-4001-9C45-B6AB44A9D299}" dt="2025-11-07T15:54:07.557" v="5379"/>
        <pc:sldMkLst>
          <pc:docMk/>
          <pc:sldMk cId="0" sldId="257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0" sldId="257"/>
            <ac:spMk id="2" creationId="{00000000-0000-0000-0000-000000000000}"/>
          </ac:spMkLst>
        </pc:spChg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0" sldId="257"/>
            <ac:spMk id="3" creationId="{00000000-0000-0000-0000-000000000000}"/>
          </ac:spMkLst>
        </pc:spChg>
      </pc:sldChg>
      <pc:sldChg chg="modSp new mod ord">
        <pc:chgData name="nisha hanumante" userId="8d1c04768e2fba64" providerId="LiveId" clId="{1F306A97-4225-4001-9C45-B6AB44A9D299}" dt="2025-11-08T17:53:13.701" v="6876" actId="20577"/>
        <pc:sldMkLst>
          <pc:docMk/>
          <pc:sldMk cId="1916963545" sldId="296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1916963545" sldId="296"/>
            <ac:spMk id="2" creationId="{01286F80-8815-29A9-46DB-1912B4D99FE3}"/>
          </ac:spMkLst>
        </pc:spChg>
        <pc:spChg chg="mod">
          <ac:chgData name="nisha hanumante" userId="8d1c04768e2fba64" providerId="LiveId" clId="{1F306A97-4225-4001-9C45-B6AB44A9D299}" dt="2025-11-08T17:53:13.701" v="6876" actId="20577"/>
          <ac:spMkLst>
            <pc:docMk/>
            <pc:sldMk cId="1916963545" sldId="296"/>
            <ac:spMk id="3" creationId="{B16B5264-2658-F5C8-416F-66BDC574C1C7}"/>
          </ac:spMkLst>
        </pc:spChg>
      </pc:sldChg>
      <pc:sldChg chg="addSp modSp new mod ord">
        <pc:chgData name="nisha hanumante" userId="8d1c04768e2fba64" providerId="LiveId" clId="{1F306A97-4225-4001-9C45-B6AB44A9D299}" dt="2025-11-09T11:27:00.753" v="6927" actId="20577"/>
        <pc:sldMkLst>
          <pc:docMk/>
          <pc:sldMk cId="139899810" sldId="297"/>
        </pc:sldMkLst>
        <pc:spChg chg="mod">
          <ac:chgData name="nisha hanumante" userId="8d1c04768e2fba64" providerId="LiveId" clId="{1F306A97-4225-4001-9C45-B6AB44A9D299}" dt="2025-11-08T13:04:19.136" v="6819" actId="2"/>
          <ac:spMkLst>
            <pc:docMk/>
            <pc:sldMk cId="139899810" sldId="297"/>
            <ac:spMk id="2" creationId="{97F426B4-A1C9-2F87-3481-12AF9B7A250A}"/>
          </ac:spMkLst>
        </pc:spChg>
        <pc:spChg chg="mod">
          <ac:chgData name="nisha hanumante" userId="8d1c04768e2fba64" providerId="LiveId" clId="{1F306A97-4225-4001-9C45-B6AB44A9D299}" dt="2025-11-09T11:27:00.753" v="6927" actId="20577"/>
          <ac:spMkLst>
            <pc:docMk/>
            <pc:sldMk cId="139899810" sldId="297"/>
            <ac:spMk id="3" creationId="{CAB41FBA-3700-1F51-F2EC-4DE99CE771C7}"/>
          </ac:spMkLst>
        </pc:spChg>
      </pc:sldChg>
      <pc:sldChg chg="modSp new mod">
        <pc:chgData name="nisha hanumante" userId="8d1c04768e2fba64" providerId="LiveId" clId="{1F306A97-4225-4001-9C45-B6AB44A9D299}" dt="2025-11-08T12:51:06.326" v="6600" actId="20577"/>
        <pc:sldMkLst>
          <pc:docMk/>
          <pc:sldMk cId="3637913416" sldId="298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3637913416" sldId="298"/>
            <ac:spMk id="2" creationId="{58ACAA9D-F5BE-EA1C-FE87-890556437BA5}"/>
          </ac:spMkLst>
        </pc:spChg>
        <pc:spChg chg="mod">
          <ac:chgData name="nisha hanumante" userId="8d1c04768e2fba64" providerId="LiveId" clId="{1F306A97-4225-4001-9C45-B6AB44A9D299}" dt="2025-11-08T12:51:06.326" v="6600" actId="20577"/>
          <ac:spMkLst>
            <pc:docMk/>
            <pc:sldMk cId="3637913416" sldId="298"/>
            <ac:spMk id="3" creationId="{66FE0D98-0310-5E4B-6BF4-FD8E2D19381F}"/>
          </ac:spMkLst>
        </pc:spChg>
      </pc:sldChg>
      <pc:sldChg chg="modSp new mod">
        <pc:chgData name="nisha hanumante" userId="8d1c04768e2fba64" providerId="LiveId" clId="{1F306A97-4225-4001-9C45-B6AB44A9D299}" dt="2025-11-07T15:54:07.557" v="5379"/>
        <pc:sldMkLst>
          <pc:docMk/>
          <pc:sldMk cId="1209518595" sldId="299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1209518595" sldId="299"/>
            <ac:spMk id="2" creationId="{B73B1A16-B2DA-0F94-69B9-27E66BF79A6F}"/>
          </ac:spMkLst>
        </pc:spChg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1209518595" sldId="299"/>
            <ac:spMk id="3" creationId="{719F9057-E04D-D594-F6EA-5F279868510D}"/>
          </ac:spMkLst>
        </pc:spChg>
      </pc:sldChg>
      <pc:sldChg chg="modSp new mod">
        <pc:chgData name="nisha hanumante" userId="8d1c04768e2fba64" providerId="LiveId" clId="{1F306A97-4225-4001-9C45-B6AB44A9D299}" dt="2025-11-07T15:54:07.557" v="5379"/>
        <pc:sldMkLst>
          <pc:docMk/>
          <pc:sldMk cId="1023099223" sldId="300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1023099223" sldId="300"/>
            <ac:spMk id="2" creationId="{89FA8699-A1DB-3144-3570-3BE16283D525}"/>
          </ac:spMkLst>
        </pc:spChg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1023099223" sldId="300"/>
            <ac:spMk id="3" creationId="{FCA79193-107C-4383-4E2D-E23B5E5DEDE2}"/>
          </ac:spMkLst>
        </pc:spChg>
      </pc:sldChg>
      <pc:sldChg chg="addSp delSp modSp new mod">
        <pc:chgData name="nisha hanumante" userId="8d1c04768e2fba64" providerId="LiveId" clId="{1F306A97-4225-4001-9C45-B6AB44A9D299}" dt="2025-11-07T08:33:02.972" v="3809" actId="1076"/>
        <pc:sldMkLst>
          <pc:docMk/>
          <pc:sldMk cId="251104237" sldId="304"/>
        </pc:sldMkLst>
        <pc:spChg chg="mod">
          <ac:chgData name="nisha hanumante" userId="8d1c04768e2fba64" providerId="LiveId" clId="{1F306A97-4225-4001-9C45-B6AB44A9D299}" dt="2025-11-05T17:30:57.563" v="3302" actId="1076"/>
          <ac:spMkLst>
            <pc:docMk/>
            <pc:sldMk cId="251104237" sldId="304"/>
            <ac:spMk id="2" creationId="{EC67DCD9-ABF3-1C5A-243E-E75B202CB20D}"/>
          </ac:spMkLst>
        </pc:spChg>
        <pc:spChg chg="add mod">
          <ac:chgData name="nisha hanumante" userId="8d1c04768e2fba64" providerId="LiveId" clId="{1F306A97-4225-4001-9C45-B6AB44A9D299}" dt="2025-11-07T08:31:15.569" v="3805" actId="1076"/>
          <ac:spMkLst>
            <pc:docMk/>
            <pc:sldMk cId="251104237" sldId="304"/>
            <ac:spMk id="6" creationId="{67D3C92A-7DA6-F7B0-8D6D-B9E5B2A14640}"/>
          </ac:spMkLst>
        </pc:spChg>
        <pc:spChg chg="add mod">
          <ac:chgData name="nisha hanumante" userId="8d1c04768e2fba64" providerId="LiveId" clId="{1F306A97-4225-4001-9C45-B6AB44A9D299}" dt="2025-11-07T07:48:06.884" v="3795" actId="1076"/>
          <ac:spMkLst>
            <pc:docMk/>
            <pc:sldMk cId="251104237" sldId="304"/>
            <ac:spMk id="10" creationId="{B9F34E78-1DF6-FC80-489A-166D951FD912}"/>
          </ac:spMkLst>
        </pc:spChg>
        <pc:picChg chg="add mod">
          <ac:chgData name="nisha hanumante" userId="8d1c04768e2fba64" providerId="LiveId" clId="{1F306A97-4225-4001-9C45-B6AB44A9D299}" dt="2025-11-07T08:33:02.972" v="3809" actId="1076"/>
          <ac:picMkLst>
            <pc:docMk/>
            <pc:sldMk cId="251104237" sldId="304"/>
            <ac:picMk id="4" creationId="{95FE0AC4-687C-C8A4-DC05-3D78EA81B1E9}"/>
          </ac:picMkLst>
        </pc:picChg>
        <pc:picChg chg="add mod">
          <ac:chgData name="nisha hanumante" userId="8d1c04768e2fba64" providerId="LiveId" clId="{1F306A97-4225-4001-9C45-B6AB44A9D299}" dt="2025-11-07T08:30:10.845" v="3802" actId="14100"/>
          <ac:picMkLst>
            <pc:docMk/>
            <pc:sldMk cId="251104237" sldId="304"/>
            <ac:picMk id="5" creationId="{AAA531E5-DEC5-3012-BA5C-28A5508ED83B}"/>
          </ac:picMkLst>
        </pc:picChg>
      </pc:sldChg>
      <pc:sldChg chg="addSp delSp modSp new mod">
        <pc:chgData name="nisha hanumante" userId="8d1c04768e2fba64" providerId="LiveId" clId="{1F306A97-4225-4001-9C45-B6AB44A9D299}" dt="2025-11-07T10:13:51.932" v="4478" actId="14100"/>
        <pc:sldMkLst>
          <pc:docMk/>
          <pc:sldMk cId="26149112" sldId="306"/>
        </pc:sldMkLst>
        <pc:spChg chg="add mod">
          <ac:chgData name="nisha hanumante" userId="8d1c04768e2fba64" providerId="LiveId" clId="{1F306A97-4225-4001-9C45-B6AB44A9D299}" dt="2025-11-07T09:21:48.924" v="4228" actId="1076"/>
          <ac:spMkLst>
            <pc:docMk/>
            <pc:sldMk cId="26149112" sldId="306"/>
            <ac:spMk id="9" creationId="{7E624495-B2C5-3C46-C389-7248CA77D52C}"/>
          </ac:spMkLst>
        </pc:spChg>
        <pc:picChg chg="add mod">
          <ac:chgData name="nisha hanumante" userId="8d1c04768e2fba64" providerId="LiveId" clId="{1F306A97-4225-4001-9C45-B6AB44A9D299}" dt="2025-11-07T10:13:51.932" v="4478" actId="14100"/>
          <ac:picMkLst>
            <pc:docMk/>
            <pc:sldMk cId="26149112" sldId="306"/>
            <ac:picMk id="4" creationId="{93D9658E-3E83-9FE4-7750-E7FD4C5BD73A}"/>
          </ac:picMkLst>
        </pc:picChg>
      </pc:sldChg>
      <pc:sldChg chg="modSp new mod">
        <pc:chgData name="nisha hanumante" userId="8d1c04768e2fba64" providerId="LiveId" clId="{1F306A97-4225-4001-9C45-B6AB44A9D299}" dt="2025-11-08T12:10:52.933" v="6151" actId="2"/>
        <pc:sldMkLst>
          <pc:docMk/>
          <pc:sldMk cId="1311365898" sldId="312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1311365898" sldId="312"/>
            <ac:spMk id="2" creationId="{23F69FBB-19B2-16D2-E341-4F9046A11DC8}"/>
          </ac:spMkLst>
        </pc:spChg>
        <pc:spChg chg="mod">
          <ac:chgData name="nisha hanumante" userId="8d1c04768e2fba64" providerId="LiveId" clId="{1F306A97-4225-4001-9C45-B6AB44A9D299}" dt="2025-11-08T12:10:52.933" v="6151" actId="2"/>
          <ac:spMkLst>
            <pc:docMk/>
            <pc:sldMk cId="1311365898" sldId="312"/>
            <ac:spMk id="3" creationId="{44C5AF5E-637C-47AD-FCED-BEB8D5EDF13B}"/>
          </ac:spMkLst>
        </pc:spChg>
      </pc:sldChg>
      <pc:sldChg chg="addSp delSp modSp new mod">
        <pc:chgData name="nisha hanumante" userId="8d1c04768e2fba64" providerId="LiveId" clId="{1F306A97-4225-4001-9C45-B6AB44A9D299}" dt="2025-11-05T17:34:12.814" v="3311" actId="14100"/>
        <pc:sldMkLst>
          <pc:docMk/>
          <pc:sldMk cId="2426382264" sldId="313"/>
        </pc:sldMkLst>
        <pc:picChg chg="add mod">
          <ac:chgData name="nisha hanumante" userId="8d1c04768e2fba64" providerId="LiveId" clId="{1F306A97-4225-4001-9C45-B6AB44A9D299}" dt="2025-11-05T17:34:12.814" v="3311" actId="14100"/>
          <ac:picMkLst>
            <pc:docMk/>
            <pc:sldMk cId="2426382264" sldId="313"/>
            <ac:picMk id="5" creationId="{CECC0FB7-5761-DD18-A44D-3F69BA7D8B72}"/>
          </ac:picMkLst>
        </pc:picChg>
      </pc:sldChg>
      <pc:sldChg chg="addSp delSp modSp new mod ord">
        <pc:chgData name="nisha hanumante" userId="8d1c04768e2fba64" providerId="LiveId" clId="{1F306A97-4225-4001-9C45-B6AB44A9D299}" dt="2025-11-08T12:41:06.978" v="6224" actId="207"/>
        <pc:sldMkLst>
          <pc:docMk/>
          <pc:sldMk cId="4216457377" sldId="314"/>
        </pc:sldMkLst>
        <pc:spChg chg="add mod">
          <ac:chgData name="nisha hanumante" userId="8d1c04768e2fba64" providerId="LiveId" clId="{1F306A97-4225-4001-9C45-B6AB44A9D299}" dt="2025-11-08T11:57:32.057" v="6143" actId="20577"/>
          <ac:spMkLst>
            <pc:docMk/>
            <pc:sldMk cId="4216457377" sldId="314"/>
            <ac:spMk id="9" creationId="{633C0E03-D94D-B53A-4E5C-8F48E9FF9B81}"/>
          </ac:spMkLst>
        </pc:spChg>
        <pc:spChg chg="add mod">
          <ac:chgData name="nisha hanumante" userId="8d1c04768e2fba64" providerId="LiveId" clId="{1F306A97-4225-4001-9C45-B6AB44A9D299}" dt="2025-11-08T12:41:06.978" v="6224" actId="207"/>
          <ac:spMkLst>
            <pc:docMk/>
            <pc:sldMk cId="4216457377" sldId="314"/>
            <ac:spMk id="11" creationId="{944516A8-0CD6-6323-5D5D-89A4FE721851}"/>
          </ac:spMkLst>
        </pc:spChg>
        <pc:picChg chg="add mod">
          <ac:chgData name="nisha hanumante" userId="8d1c04768e2fba64" providerId="LiveId" clId="{1F306A97-4225-4001-9C45-B6AB44A9D299}" dt="2025-11-05T12:42:10.978" v="3107" actId="14100"/>
          <ac:picMkLst>
            <pc:docMk/>
            <pc:sldMk cId="4216457377" sldId="314"/>
            <ac:picMk id="3" creationId="{4DF46E03-9154-380E-EEAE-4169E9EE85CB}"/>
          </ac:picMkLst>
        </pc:picChg>
        <pc:picChg chg="add mod">
          <ac:chgData name="nisha hanumante" userId="8d1c04768e2fba64" providerId="LiveId" clId="{1F306A97-4225-4001-9C45-B6AB44A9D299}" dt="2025-11-05T12:47:57.820" v="3166" actId="14100"/>
          <ac:picMkLst>
            <pc:docMk/>
            <pc:sldMk cId="4216457377" sldId="314"/>
            <ac:picMk id="6" creationId="{A6D7D281-7B70-0DDB-F9FB-6AE32D3B0429}"/>
          </ac:picMkLst>
        </pc:picChg>
      </pc:sldChg>
      <pc:sldChg chg="modSp new mod">
        <pc:chgData name="nisha hanumante" userId="8d1c04768e2fba64" providerId="LiveId" clId="{1F306A97-4225-4001-9C45-B6AB44A9D299}" dt="2025-11-07T15:54:07.557" v="5379"/>
        <pc:sldMkLst>
          <pc:docMk/>
          <pc:sldMk cId="2246591683" sldId="315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2246591683" sldId="315"/>
            <ac:spMk id="2" creationId="{5D86702A-8AB4-290C-E8AB-2D769BCEED6C}"/>
          </ac:spMkLst>
        </pc:spChg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2246591683" sldId="315"/>
            <ac:spMk id="3" creationId="{BA424A1B-8BD2-C014-B0B9-D429D27DF0AB}"/>
          </ac:spMkLst>
        </pc:spChg>
      </pc:sldChg>
      <pc:sldChg chg="addSp delSp modSp new del mod">
        <pc:chgData name="nisha hanumante" userId="8d1c04768e2fba64" providerId="LiveId" clId="{1F306A97-4225-4001-9C45-B6AB44A9D299}" dt="2025-11-09T11:34:58.561" v="6928" actId="47"/>
        <pc:sldMkLst>
          <pc:docMk/>
          <pc:sldMk cId="2140199821" sldId="318"/>
        </pc:sldMkLst>
      </pc:sldChg>
      <pc:sldChg chg="addSp delSp modSp new mod ord">
        <pc:chgData name="nisha hanumante" userId="8d1c04768e2fba64" providerId="LiveId" clId="{1F306A97-4225-4001-9C45-B6AB44A9D299}" dt="2025-11-09T14:52:43.991" v="6956"/>
        <pc:sldMkLst>
          <pc:docMk/>
          <pc:sldMk cId="1614297321" sldId="319"/>
        </pc:sldMkLst>
        <pc:spChg chg="mod">
          <ac:chgData name="nisha hanumante" userId="8d1c04768e2fba64" providerId="LiveId" clId="{1F306A97-4225-4001-9C45-B6AB44A9D299}" dt="2025-11-09T07:56:10.592" v="6917" actId="20577"/>
          <ac:spMkLst>
            <pc:docMk/>
            <pc:sldMk cId="1614297321" sldId="319"/>
            <ac:spMk id="2" creationId="{B5282EAA-0293-4D41-EFA3-3B8D368C0C87}"/>
          </ac:spMkLst>
        </pc:spChg>
        <pc:picChg chg="add mod">
          <ac:chgData name="nisha hanumante" userId="8d1c04768e2fba64" providerId="LiveId" clId="{1F306A97-4225-4001-9C45-B6AB44A9D299}" dt="2025-11-07T16:48:12.932" v="5390" actId="14100"/>
          <ac:picMkLst>
            <pc:docMk/>
            <pc:sldMk cId="1614297321" sldId="319"/>
            <ac:picMk id="5" creationId="{14FC630D-261B-6B70-DBFC-58A825764459}"/>
          </ac:picMkLst>
        </pc:picChg>
      </pc:sldChg>
      <pc:sldChg chg="addSp delSp modSp new mod ord">
        <pc:chgData name="nisha hanumante" userId="8d1c04768e2fba64" providerId="LiveId" clId="{1F306A97-4225-4001-9C45-B6AB44A9D299}" dt="2025-11-09T14:52:48.783" v="6958"/>
        <pc:sldMkLst>
          <pc:docMk/>
          <pc:sldMk cId="836696705" sldId="320"/>
        </pc:sldMkLst>
        <pc:spChg chg="mod">
          <ac:chgData name="nisha hanumante" userId="8d1c04768e2fba64" providerId="LiveId" clId="{1F306A97-4225-4001-9C45-B6AB44A9D299}" dt="2025-11-08T12:13:15.553" v="6189" actId="255"/>
          <ac:spMkLst>
            <pc:docMk/>
            <pc:sldMk cId="836696705" sldId="320"/>
            <ac:spMk id="2" creationId="{7C6D2191-6627-950A-B6F2-9A30474FB5C8}"/>
          </ac:spMkLst>
        </pc:spChg>
        <pc:picChg chg="add mod">
          <ac:chgData name="nisha hanumante" userId="8d1c04768e2fba64" providerId="LiveId" clId="{1F306A97-4225-4001-9C45-B6AB44A9D299}" dt="2025-11-09T07:01:34.180" v="6892" actId="14100"/>
          <ac:picMkLst>
            <pc:docMk/>
            <pc:sldMk cId="836696705" sldId="320"/>
            <ac:picMk id="5" creationId="{F87CE69D-E350-4FB5-1522-2A8ED91A60C7}"/>
          </ac:picMkLst>
        </pc:picChg>
      </pc:sldChg>
      <pc:sldChg chg="addSp delSp modSp new mod">
        <pc:chgData name="nisha hanumante" userId="8d1c04768e2fba64" providerId="LiveId" clId="{1F306A97-4225-4001-9C45-B6AB44A9D299}" dt="2025-11-07T15:54:07.557" v="5379"/>
        <pc:sldMkLst>
          <pc:docMk/>
          <pc:sldMk cId="2960979794" sldId="321"/>
        </pc:sldMkLst>
        <pc:spChg chg="mod">
          <ac:chgData name="nisha hanumante" userId="8d1c04768e2fba64" providerId="LiveId" clId="{1F306A97-4225-4001-9C45-B6AB44A9D299}" dt="2025-11-07T15:54:07.557" v="5379"/>
          <ac:spMkLst>
            <pc:docMk/>
            <pc:sldMk cId="2960979794" sldId="321"/>
            <ac:spMk id="2" creationId="{107557C8-B2B5-BCDE-1497-07396C90804E}"/>
          </ac:spMkLst>
        </pc:spChg>
        <pc:spChg chg="add mod">
          <ac:chgData name="nisha hanumante" userId="8d1c04768e2fba64" providerId="LiveId" clId="{1F306A97-4225-4001-9C45-B6AB44A9D299}" dt="2025-11-07T10:46:53.054" v="5080" actId="113"/>
          <ac:spMkLst>
            <pc:docMk/>
            <pc:sldMk cId="2960979794" sldId="321"/>
            <ac:spMk id="7" creationId="{573DF7FF-DB28-4C7A-B4DD-67B5AD89FAC6}"/>
          </ac:spMkLst>
        </pc:spChg>
        <pc:picChg chg="add mod">
          <ac:chgData name="nisha hanumante" userId="8d1c04768e2fba64" providerId="LiveId" clId="{1F306A97-4225-4001-9C45-B6AB44A9D299}" dt="2025-11-07T10:47:10.039" v="5082" actId="14100"/>
          <ac:picMkLst>
            <pc:docMk/>
            <pc:sldMk cId="2960979794" sldId="321"/>
            <ac:picMk id="5" creationId="{345881E4-159A-71E8-66B8-1DF60BDCEFBE}"/>
          </ac:picMkLst>
        </pc:picChg>
      </pc:sldChg>
      <pc:sldChg chg="addSp delSp modSp new mod">
        <pc:chgData name="nisha hanumante" userId="8d1c04768e2fba64" providerId="LiveId" clId="{1F306A97-4225-4001-9C45-B6AB44A9D299}" dt="2025-11-09T07:02:41.151" v="6896" actId="14100"/>
        <pc:sldMkLst>
          <pc:docMk/>
          <pc:sldMk cId="3080216861" sldId="322"/>
        </pc:sldMkLst>
        <pc:spChg chg="mod">
          <ac:chgData name="nisha hanumante" userId="8d1c04768e2fba64" providerId="LiveId" clId="{1F306A97-4225-4001-9C45-B6AB44A9D299}" dt="2025-11-08T12:12:59.456" v="6188" actId="255"/>
          <ac:spMkLst>
            <pc:docMk/>
            <pc:sldMk cId="3080216861" sldId="322"/>
            <ac:spMk id="2" creationId="{CFDFD697-A4E4-E621-8343-F16E8CC96CBE}"/>
          </ac:spMkLst>
        </pc:spChg>
        <pc:picChg chg="add mod">
          <ac:chgData name="nisha hanumante" userId="8d1c04768e2fba64" providerId="LiveId" clId="{1F306A97-4225-4001-9C45-B6AB44A9D299}" dt="2025-11-09T07:02:41.151" v="6896" actId="14100"/>
          <ac:picMkLst>
            <pc:docMk/>
            <pc:sldMk cId="3080216861" sldId="322"/>
            <ac:picMk id="5" creationId="{12351419-41AE-7D8E-875E-3C7D5BDCAC86}"/>
          </ac:picMkLst>
        </pc:picChg>
      </pc:sldChg>
      <pc:sldChg chg="addSp delSp modSp new del mod">
        <pc:chgData name="nisha hanumante" userId="8d1c04768e2fba64" providerId="LiveId" clId="{1F306A97-4225-4001-9C45-B6AB44A9D299}" dt="2025-11-08T18:29:04.755" v="6877" actId="47"/>
        <pc:sldMkLst>
          <pc:docMk/>
          <pc:sldMk cId="130302700" sldId="323"/>
        </pc:sldMkLst>
      </pc:sldChg>
      <pc:sldChg chg="modSp new mod">
        <pc:chgData name="nisha hanumante" userId="8d1c04768e2fba64" providerId="LiveId" clId="{1F306A97-4225-4001-9C45-B6AB44A9D299}" dt="2025-11-07T18:19:54.029" v="6029" actId="20577"/>
        <pc:sldMkLst>
          <pc:docMk/>
          <pc:sldMk cId="2542608352" sldId="324"/>
        </pc:sldMkLst>
        <pc:spChg chg="mod">
          <ac:chgData name="nisha hanumante" userId="8d1c04768e2fba64" providerId="LiveId" clId="{1F306A97-4225-4001-9C45-B6AB44A9D299}" dt="2025-11-07T18:08:45.357" v="5694" actId="20577"/>
          <ac:spMkLst>
            <pc:docMk/>
            <pc:sldMk cId="2542608352" sldId="324"/>
            <ac:spMk id="2" creationId="{B2035A96-2290-C1BD-637C-0CBE4D69809A}"/>
          </ac:spMkLst>
        </pc:spChg>
        <pc:spChg chg="mod">
          <ac:chgData name="nisha hanumante" userId="8d1c04768e2fba64" providerId="LiveId" clId="{1F306A97-4225-4001-9C45-B6AB44A9D299}" dt="2025-11-07T18:19:54.029" v="6029" actId="20577"/>
          <ac:spMkLst>
            <pc:docMk/>
            <pc:sldMk cId="2542608352" sldId="324"/>
            <ac:spMk id="3" creationId="{9A21B5B5-6526-F618-A84D-8C2EA36E1939}"/>
          </ac:spMkLst>
        </pc:spChg>
      </pc:sldChg>
      <pc:sldChg chg="addSp delSp modSp new del mod">
        <pc:chgData name="nisha hanumante" userId="8d1c04768e2fba64" providerId="LiveId" clId="{1F306A97-4225-4001-9C45-B6AB44A9D299}" dt="2025-11-09T11:42:01.032" v="6949" actId="2696"/>
        <pc:sldMkLst>
          <pc:docMk/>
          <pc:sldMk cId="943477733" sldId="325"/>
        </pc:sldMkLst>
        <pc:spChg chg="del">
          <ac:chgData name="nisha hanumante" userId="8d1c04768e2fba64" providerId="LiveId" clId="{1F306A97-4225-4001-9C45-B6AB44A9D299}" dt="2025-11-09T11:37:04.407" v="6930"/>
          <ac:spMkLst>
            <pc:docMk/>
            <pc:sldMk cId="943477733" sldId="325"/>
            <ac:spMk id="3" creationId="{EDCB4185-201A-8697-20BE-6C648CAA1189}"/>
          </ac:spMkLst>
        </pc:spChg>
        <pc:spChg chg="add mod">
          <ac:chgData name="nisha hanumante" userId="8d1c04768e2fba64" providerId="LiveId" clId="{1F306A97-4225-4001-9C45-B6AB44A9D299}" dt="2025-11-09T11:41:51.236" v="6948" actId="478"/>
          <ac:spMkLst>
            <pc:docMk/>
            <pc:sldMk cId="943477733" sldId="325"/>
            <ac:spMk id="7" creationId="{6157ABE2-824D-28BF-4FBE-C9D4C6274520}"/>
          </ac:spMkLst>
        </pc:spChg>
        <pc:picChg chg="add del mod">
          <ac:chgData name="nisha hanumante" userId="8d1c04768e2fba64" providerId="LiveId" clId="{1F306A97-4225-4001-9C45-B6AB44A9D299}" dt="2025-11-09T11:41:51.236" v="6948" actId="478"/>
          <ac:picMkLst>
            <pc:docMk/>
            <pc:sldMk cId="943477733" sldId="325"/>
            <ac:picMk id="5" creationId="{CFF9805D-7985-2DC9-72D8-031FC5A97B98}"/>
          </ac:picMkLst>
        </pc:picChg>
      </pc:sldChg>
      <pc:sldChg chg="addSp delSp modSp new del mod">
        <pc:chgData name="nisha hanumante" userId="8d1c04768e2fba64" providerId="LiveId" clId="{1F306A97-4225-4001-9C45-B6AB44A9D299}" dt="2025-11-09T11:42:07.332" v="6950" actId="2696"/>
        <pc:sldMkLst>
          <pc:docMk/>
          <pc:sldMk cId="1602233197" sldId="326"/>
        </pc:sldMkLst>
        <pc:spChg chg="mod">
          <ac:chgData name="nisha hanumante" userId="8d1c04768e2fba64" providerId="LiveId" clId="{1F306A97-4225-4001-9C45-B6AB44A9D299}" dt="2025-11-09T11:38:57.304" v="6946" actId="14100"/>
          <ac:spMkLst>
            <pc:docMk/>
            <pc:sldMk cId="1602233197" sldId="326"/>
            <ac:spMk id="2" creationId="{61FEC1BF-1648-4D64-9DF9-40C16A699F38}"/>
          </ac:spMkLst>
        </pc:spChg>
        <pc:spChg chg="del">
          <ac:chgData name="nisha hanumante" userId="8d1c04768e2fba64" providerId="LiveId" clId="{1F306A97-4225-4001-9C45-B6AB44A9D299}" dt="2025-11-09T11:38:34.876" v="6938"/>
          <ac:spMkLst>
            <pc:docMk/>
            <pc:sldMk cId="1602233197" sldId="326"/>
            <ac:spMk id="3" creationId="{1FCAFAC1-2CCB-166A-9AA8-F600CC0F772E}"/>
          </ac:spMkLst>
        </pc:spChg>
        <pc:picChg chg="add mod">
          <ac:chgData name="nisha hanumante" userId="8d1c04768e2fba64" providerId="LiveId" clId="{1F306A97-4225-4001-9C45-B6AB44A9D299}" dt="2025-11-09T11:39:04.769" v="6947" actId="14100"/>
          <ac:picMkLst>
            <pc:docMk/>
            <pc:sldMk cId="1602233197" sldId="326"/>
            <ac:picMk id="5" creationId="{31E2D95C-D8C5-4B71-DD65-0615443ABA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351A7-EDD7-48FF-88AE-344EB97D10DA}" type="datetimeFigureOut">
              <a:rPr lang="en-IN" smtClean="0"/>
              <a:t>10-11-2025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9FE7CE-A0CC-41A6-94D6-9D62CC94E7F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78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8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78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1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4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9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54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62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23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9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81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48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919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8481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35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246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  <p:sldLayoutId id="2147484323" r:id="rId2"/>
    <p:sldLayoutId id="2147484324" r:id="rId3"/>
    <p:sldLayoutId id="2147484325" r:id="rId4"/>
    <p:sldLayoutId id="2147484326" r:id="rId5"/>
    <p:sldLayoutId id="2147484327" r:id="rId6"/>
    <p:sldLayoutId id="2147484328" r:id="rId7"/>
    <p:sldLayoutId id="2147484329" r:id="rId8"/>
    <p:sldLayoutId id="2147484330" r:id="rId9"/>
    <p:sldLayoutId id="2147484331" r:id="rId10"/>
    <p:sldLayoutId id="2147484332" r:id="rId11"/>
    <p:sldLayoutId id="2147484333" r:id="rId12"/>
    <p:sldLayoutId id="2147484334" r:id="rId13"/>
    <p:sldLayoutId id="2147484335" r:id="rId14"/>
    <p:sldLayoutId id="2147484336" r:id="rId15"/>
    <p:sldLayoutId id="21474843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arge building with a pool in front of it&#10;&#10;AI-generated content may be incorrect.">
            <a:extLst>
              <a:ext uri="{FF2B5EF4-FFF2-40B4-BE49-F238E27FC236}">
                <a16:creationId xmlns:a16="http://schemas.microsoft.com/office/drawing/2014/main" id="{4DF46E03-9154-380E-EEAE-4169E9EE8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325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lobby with a large glass wall&#10;&#10;AI-generated content may be incorrect.">
            <a:extLst>
              <a:ext uri="{FF2B5EF4-FFF2-40B4-BE49-F238E27FC236}">
                <a16:creationId xmlns:a16="http://schemas.microsoft.com/office/drawing/2014/main" id="{A6D7D281-7B70-0DDB-F9FB-6AE32D3B0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4800"/>
            <a:ext cx="9144000" cy="76301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33C0E03-D94D-B53A-4E5C-8F48E9FF9B81}"/>
              </a:ext>
            </a:extLst>
          </p:cNvPr>
          <p:cNvSpPr txBox="1">
            <a:spLocks/>
          </p:cNvSpPr>
          <p:nvPr/>
        </p:nvSpPr>
        <p:spPr>
          <a:xfrm>
            <a:off x="865970" y="538480"/>
            <a:ext cx="6343672" cy="112776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Bell MT" panose="02020503060305020303" pitchFamily="18" charset="0"/>
              </a:rPr>
              <a:t>Hotel Booking  DATA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516A8-0CD6-6323-5D5D-89A4FE721851}"/>
              </a:ext>
            </a:extLst>
          </p:cNvPr>
          <p:cNvSpPr txBox="1"/>
          <p:nvPr/>
        </p:nvSpPr>
        <p:spPr>
          <a:xfrm>
            <a:off x="2080260" y="5203874"/>
            <a:ext cx="4658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808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Presented By : Nisha Hanumante</a:t>
            </a:r>
          </a:p>
          <a:p>
            <a:r>
              <a:rPr lang="en-US" sz="2000" b="1" dirty="0">
                <a:solidFill>
                  <a:schemeClr val="bg1"/>
                </a:solidFill>
                <a:highlight>
                  <a:srgbClr val="00808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Guided By :     Abhishek Wavhal</a:t>
            </a:r>
          </a:p>
        </p:txBody>
      </p:sp>
    </p:spTree>
    <p:extLst>
      <p:ext uri="{BB962C8B-B14F-4D97-AF65-F5344CB8AC3E}">
        <p14:creationId xmlns:p14="http://schemas.microsoft.com/office/powerpoint/2010/main" val="421645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86F80-8815-29A9-46DB-1912B4D9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5264-2658-F5C8-416F-66BDC574C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Project Summary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Analyzing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Expected Outcome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About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Cleaning &amp;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Visualization &amp;Analysis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96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This project focuses on analyzing hotel booking data, from 2015-2017 for City and Resort Hotel.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includes booking IDs, ADR, cancellation status, lead time and guest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process involved cleaning, wrangling, and visualizing the dataset to identify key business insights and improve operations.</a:t>
            </a:r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702A-8AB4-290C-E8AB-2D769BCE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4A1B-8BD2-C014-B0B9-D429D27DF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Total Records: </a:t>
            </a:r>
            <a:r>
              <a:rPr lang="en-US" b="1" dirty="0"/>
              <a:t>119,390</a:t>
            </a:r>
            <a:r>
              <a:rPr lang="en-US" dirty="0"/>
              <a:t> bookings from City &amp; Resort                hotels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After cleaning the data got </a:t>
            </a:r>
            <a:r>
              <a:rPr lang="en-US" b="1" dirty="0"/>
              <a:t>87,220</a:t>
            </a:r>
            <a:r>
              <a:rPr lang="en-US" dirty="0"/>
              <a:t> record and </a:t>
            </a:r>
            <a:r>
              <a:rPr lang="en-US" b="1" dirty="0"/>
              <a:t>33</a:t>
            </a:r>
            <a:r>
              <a:rPr lang="en-US" dirty="0"/>
              <a:t> columns.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Key Fields: hotel, lead_time, is cancelled, country, adr, market segment.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Deposit type, is repeated guest, meals.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Timeframe: 2015–2017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Tools Used: Excel, Power Query, Power BI.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59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AA9D-F5BE-EA1C-FE87-89055643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0D98-0310-5E4B-6BF4-FD8E2D193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is expected provide clear insights into hotel booking patterns, customer preferences and revenue performance.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hotels increase occupancy rates, reduce cancellation, make data driven business decision through interactive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91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26B4-A1C9-2F87-3481-12AF9B7A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Analyzing Data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41FBA-3700-1F51-F2EC-4DE99CE77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= (remove duplicate, error, blank records)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Transformation = (add primary key ,remove unwanted column, replace null value, add new column just like total stays, total guest)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Visualization = (cleaned and transform data visualized in power BI, created charts, graphs, KPI ,slicers in dashboard)</a:t>
            </a:r>
          </a:p>
        </p:txBody>
      </p:sp>
    </p:spTree>
    <p:extLst>
      <p:ext uri="{BB962C8B-B14F-4D97-AF65-F5344CB8AC3E}">
        <p14:creationId xmlns:p14="http://schemas.microsoft.com/office/powerpoint/2010/main" val="13989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1A16-B2DA-0F94-69B9-27E66BF7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F9057-E04D-D594-F6EA-5F2798685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Booking History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Room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Customer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Financial &amp; 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Extras services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Booking Channel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Reservation Status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Date &amp; Time Information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1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8699-A1DB-3144-3570-3BE16283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79193-107C-4383-4E2D-E23B5E5DE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dataset consists of booking information for a city hotel and a resort hotel, including the booking date, number of adults, children, and babies, available parking spaces, booking agent, and other relevant information.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examines and analyzes the data to determine important factors affecting bookings. 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09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DCD9-ABF3-1C5A-243E-E75B202C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641" y="385585"/>
            <a:ext cx="6589199" cy="1280890"/>
          </a:xfrm>
        </p:spPr>
        <p:txBody>
          <a:bodyPr/>
          <a:lstStyle/>
          <a:p>
            <a:pPr algn="ctr"/>
            <a:r>
              <a:rPr lang="en-IN" dirty="0"/>
              <a:t>Data Visualization and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34E78-1DF6-FC80-489A-166D951FD912}"/>
              </a:ext>
            </a:extLst>
          </p:cNvPr>
          <p:cNvSpPr txBox="1"/>
          <p:nvPr/>
        </p:nvSpPr>
        <p:spPr>
          <a:xfrm>
            <a:off x="6130413" y="4225988"/>
            <a:ext cx="2900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City Hotel </a:t>
            </a:r>
            <a:r>
              <a:rPr lang="en-IN" b="1" dirty="0">
                <a:latin typeface="Arial Black" panose="020B0A04020102020204" pitchFamily="34" charset="0"/>
              </a:rPr>
              <a:t>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61%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More booking ,High demand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Resort Hotel </a:t>
            </a:r>
            <a:r>
              <a:rPr lang="en-IN" b="1" dirty="0">
                <a:latin typeface="Arial Black" panose="020B0A04020102020204" pitchFamily="34" charset="0"/>
              </a:rPr>
              <a:t>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39%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Few Booking,may focus on luxury and longer stays.</a:t>
            </a:r>
          </a:p>
        </p:txBody>
      </p:sp>
      <p:pic>
        <p:nvPicPr>
          <p:cNvPr id="4" name="Picture 3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95FE0AC4-687C-C8A4-DC05-3D78EA81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363" y="1616349"/>
            <a:ext cx="3323303" cy="2424710"/>
          </a:xfrm>
          <a:prstGeom prst="rect">
            <a:avLst/>
          </a:prstGeom>
        </p:spPr>
      </p:pic>
      <p:pic>
        <p:nvPicPr>
          <p:cNvPr id="5" name="Picture 4" descr="A graph of a number of different types of numbers&#10;&#10;AI-generated content may be incorrect.">
            <a:extLst>
              <a:ext uri="{FF2B5EF4-FFF2-40B4-BE49-F238E27FC236}">
                <a16:creationId xmlns:a16="http://schemas.microsoft.com/office/drawing/2014/main" id="{AAA531E5-DEC5-3012-BA5C-28A5508E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" y="1616349"/>
            <a:ext cx="3486637" cy="2355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D3C92A-7DA6-F7B0-8D6D-B9E5B2A14640}"/>
              </a:ext>
            </a:extLst>
          </p:cNvPr>
          <p:cNvSpPr txBox="1"/>
          <p:nvPr/>
        </p:nvSpPr>
        <p:spPr>
          <a:xfrm>
            <a:off x="772160" y="4187333"/>
            <a:ext cx="39034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Highest cancellation </a:t>
            </a:r>
            <a:r>
              <a:rPr lang="en-IN" dirty="0"/>
              <a:t>from</a:t>
            </a:r>
            <a:r>
              <a:rPr lang="en-IN" b="1" dirty="0"/>
              <a:t> Transient </a:t>
            </a:r>
            <a:r>
              <a:rPr lang="en-IN" dirty="0"/>
              <a:t>customer type = major contributr to overall cancellation rate.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Low cancellation </a:t>
            </a:r>
            <a:r>
              <a:rPr lang="en-IN" dirty="0"/>
              <a:t>among </a:t>
            </a:r>
            <a:r>
              <a:rPr lang="en-IN" b="1" dirty="0"/>
              <a:t>Contract and Group </a:t>
            </a:r>
            <a:r>
              <a:rPr lang="en-IN" dirty="0"/>
              <a:t>customers = stable and reliable bookings. </a:t>
            </a:r>
          </a:p>
        </p:txBody>
      </p:sp>
    </p:spTree>
    <p:extLst>
      <p:ext uri="{BB962C8B-B14F-4D97-AF65-F5344CB8AC3E}">
        <p14:creationId xmlns:p14="http://schemas.microsoft.com/office/powerpoint/2010/main" val="25110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624495-B2C5-3C46-C389-7248CA77D52C}"/>
              </a:ext>
            </a:extLst>
          </p:cNvPr>
          <p:cNvSpPr txBox="1"/>
          <p:nvPr/>
        </p:nvSpPr>
        <p:spPr>
          <a:xfrm>
            <a:off x="1435510" y="3950475"/>
            <a:ext cx="7037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Room Type A 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Most preferred by repeat guest (high loyalty)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City Hotels 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Higher guest retention rate than Resort Hotels.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Room Types D &amp; E :</a:t>
            </a:r>
            <a:r>
              <a:rPr lang="en-IN" b="1" dirty="0">
                <a:latin typeface="Arial Black" panose="020B0A04020102020204" pitchFamily="34" charset="0"/>
              </a:rPr>
              <a:t>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Need improvement or promotional focus.</a:t>
            </a:r>
          </a:p>
        </p:txBody>
      </p:sp>
      <p:pic>
        <p:nvPicPr>
          <p:cNvPr id="4" name="Content Placeholder 6" descr="A graph with a blue line&#10;&#10;AI-generated content may be incorrect.">
            <a:extLst>
              <a:ext uri="{FF2B5EF4-FFF2-40B4-BE49-F238E27FC236}">
                <a16:creationId xmlns:a16="http://schemas.microsoft.com/office/drawing/2014/main" id="{93D9658E-3E83-9FE4-7750-E7FD4C5BD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930" y="196645"/>
            <a:ext cx="6300316" cy="3180945"/>
          </a:xfrm>
        </p:spPr>
      </p:pic>
    </p:spTree>
    <p:extLst>
      <p:ext uri="{BB962C8B-B14F-4D97-AF65-F5344CB8AC3E}">
        <p14:creationId xmlns:p14="http://schemas.microsoft.com/office/powerpoint/2010/main" val="26149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57C8-B2B5-BCDE-1497-07396C90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graph of a sales chart&#10;&#10;AI-generated content may be incorrect.">
            <a:extLst>
              <a:ext uri="{FF2B5EF4-FFF2-40B4-BE49-F238E27FC236}">
                <a16:creationId xmlns:a16="http://schemas.microsoft.com/office/drawing/2014/main" id="{345881E4-159A-71E8-66B8-1DF60BDCE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0813" y="373309"/>
            <a:ext cx="6892413" cy="248787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3DF7FF-DB28-4C7A-B4DD-67B5AD89FAC6}"/>
              </a:ext>
            </a:extLst>
          </p:cNvPr>
          <p:cNvSpPr txBox="1"/>
          <p:nvPr/>
        </p:nvSpPr>
        <p:spPr>
          <a:xfrm>
            <a:off x="1710813" y="3569110"/>
            <a:ext cx="6892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shows that during </a:t>
            </a:r>
            <a:r>
              <a:rPr lang="en-IN" b="1" dirty="0"/>
              <a:t>July and August</a:t>
            </a:r>
            <a:r>
              <a:rPr lang="en-IN" dirty="0"/>
              <a:t>, customer tend to  </a:t>
            </a:r>
            <a:r>
              <a:rPr lang="en-IN" b="1" dirty="0"/>
              <a:t>book</a:t>
            </a:r>
            <a:r>
              <a:rPr lang="en-IN" dirty="0"/>
              <a:t> </a:t>
            </a:r>
            <a:r>
              <a:rPr lang="en-IN" b="1" dirty="0"/>
              <a:t>earlier</a:t>
            </a:r>
            <a:r>
              <a:rPr lang="en-IN" dirty="0"/>
              <a:t>, indicating these are </a:t>
            </a:r>
            <a:r>
              <a:rPr lang="en-IN" b="1" dirty="0"/>
              <a:t>peak travel months</a:t>
            </a:r>
            <a:r>
              <a:rPr lang="en-IN" dirty="0"/>
              <a:t>. As the year progresses the </a:t>
            </a:r>
            <a:r>
              <a:rPr lang="en-IN" b="1" dirty="0"/>
              <a:t>average lead time gradually decline,</a:t>
            </a:r>
            <a:r>
              <a:rPr lang="en-IN" dirty="0"/>
              <a:t> reaching its </a:t>
            </a:r>
            <a:r>
              <a:rPr lang="en-IN" b="1" dirty="0"/>
              <a:t>lowest january </a:t>
            </a:r>
            <a:r>
              <a:rPr lang="en-IN" dirty="0"/>
              <a:t>, suggesting that guests make </a:t>
            </a:r>
            <a:r>
              <a:rPr lang="en-IN" b="1" dirty="0"/>
              <a:t>last minute booking </a:t>
            </a:r>
            <a:r>
              <a:rPr lang="en-IN" dirty="0"/>
              <a:t>during this period. </a:t>
            </a:r>
          </a:p>
        </p:txBody>
      </p:sp>
    </p:spTree>
    <p:extLst>
      <p:ext uri="{BB962C8B-B14F-4D97-AF65-F5344CB8AC3E}">
        <p14:creationId xmlns:p14="http://schemas.microsoft.com/office/powerpoint/2010/main" val="296097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2EAA-0293-4D41-EFA3-3B8D368C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691" y="171826"/>
            <a:ext cx="6589199" cy="1280890"/>
          </a:xfrm>
        </p:spPr>
        <p:txBody>
          <a:bodyPr>
            <a:normAutofit/>
          </a:bodyPr>
          <a:lstStyle/>
          <a:p>
            <a:r>
              <a:rPr lang="en-IN" sz="2800"/>
              <a:t>  </a:t>
            </a:r>
            <a:r>
              <a:rPr lang="en-IN" sz="2800" dirty="0"/>
              <a:t>DASHBOARD OVERVIEW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FC630D-261B-6B70-DBFC-58A825764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142" y="1177423"/>
            <a:ext cx="8917858" cy="5680577"/>
          </a:xfrm>
        </p:spPr>
      </p:pic>
    </p:spTree>
    <p:extLst>
      <p:ext uri="{BB962C8B-B14F-4D97-AF65-F5344CB8AC3E}">
        <p14:creationId xmlns:p14="http://schemas.microsoft.com/office/powerpoint/2010/main" val="1614297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2191-6627-950A-B6F2-9A30474F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518" y="191490"/>
            <a:ext cx="6589199" cy="1280890"/>
          </a:xfrm>
        </p:spPr>
        <p:txBody>
          <a:bodyPr>
            <a:normAutofit/>
          </a:bodyPr>
          <a:lstStyle/>
          <a:p>
            <a:r>
              <a:rPr lang="en-IN" sz="3200" dirty="0"/>
              <a:t>DASHBOARD OVERVIEW</a:t>
            </a:r>
          </a:p>
        </p:txBody>
      </p:sp>
      <p:pic>
        <p:nvPicPr>
          <p:cNvPr id="5" name="Content Placeholder 4" descr="A screenshot of a hotel&#10;&#10;AI-generated content may be incorrect.">
            <a:extLst>
              <a:ext uri="{FF2B5EF4-FFF2-40B4-BE49-F238E27FC236}">
                <a16:creationId xmlns:a16="http://schemas.microsoft.com/office/drawing/2014/main" id="{F87CE69D-E350-4FB5-1522-2A8ED91A6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45" y="1278194"/>
            <a:ext cx="8947355" cy="5579806"/>
          </a:xfrm>
        </p:spPr>
      </p:pic>
    </p:spTree>
    <p:extLst>
      <p:ext uri="{BB962C8B-B14F-4D97-AF65-F5344CB8AC3E}">
        <p14:creationId xmlns:p14="http://schemas.microsoft.com/office/powerpoint/2010/main" val="83669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D697-A4E4-E621-8343-F16E8CC96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710" y="348808"/>
            <a:ext cx="6589199" cy="1280890"/>
          </a:xfrm>
        </p:spPr>
        <p:txBody>
          <a:bodyPr>
            <a:normAutofit/>
          </a:bodyPr>
          <a:lstStyle/>
          <a:p>
            <a:r>
              <a:rPr lang="en-IN" sz="3200" dirty="0"/>
              <a:t>DASHBOARD OVERVIEW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351419-41AE-7D8E-875E-3C7D5BDCA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87" y="1189703"/>
            <a:ext cx="9026013" cy="5761704"/>
          </a:xfrm>
        </p:spPr>
      </p:pic>
    </p:spTree>
    <p:extLst>
      <p:ext uri="{BB962C8B-B14F-4D97-AF65-F5344CB8AC3E}">
        <p14:creationId xmlns:p14="http://schemas.microsoft.com/office/powerpoint/2010/main" val="3080216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5A96-2290-C1BD-637C-0CBE4D69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1B5B5-6526-F618-A84D-8C2EA36E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hotel booking analysis the hotel should used flexible pricing based on season and demand to earn more revenue.</a:t>
            </a:r>
          </a:p>
          <a:p>
            <a:r>
              <a:rPr lang="en-IN" dirty="0"/>
              <a:t>It should also reduce cancellation by sending reminders and offering easy change option.</a:t>
            </a:r>
          </a:p>
          <a:p>
            <a:r>
              <a:rPr lang="en-IN" dirty="0"/>
              <a:t>The hotel can increase occupancy during low season by giving discount or special offers.</a:t>
            </a:r>
          </a:p>
        </p:txBody>
      </p:sp>
    </p:spTree>
    <p:extLst>
      <p:ext uri="{BB962C8B-B14F-4D97-AF65-F5344CB8AC3E}">
        <p14:creationId xmlns:p14="http://schemas.microsoft.com/office/powerpoint/2010/main" val="2542608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9FBB-19B2-16D2-E341-4F9046A1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AF5E-637C-47AD-FCED-BEB8D5EDF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hotel booking analysis helps us understand customer behaviour and booking trends.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data, we can see which months have the highest bookings, which room types are most preferred, and what factors lead to cancellations.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analysis helps the hotel improve its services, manage rooms better, and plan special offers during low seasons.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Overall, using data in hotel booking helps increase revenue, reduce cancellations, and improve customer satisfaction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36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note and pen on a table&#10;&#10;AI-generated content may be incorrect.">
            <a:extLst>
              <a:ext uri="{FF2B5EF4-FFF2-40B4-BE49-F238E27FC236}">
                <a16:creationId xmlns:a16="http://schemas.microsoft.com/office/drawing/2014/main" id="{CECC0FB7-5761-DD18-A44D-3F69BA7D8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42638226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4229</TotalTime>
  <Words>631</Words>
  <Application>Microsoft Office PowerPoint</Application>
  <PresentationFormat>On-screen Show (4:3)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Arial Black</vt:lpstr>
      <vt:lpstr>Bell MT</vt:lpstr>
      <vt:lpstr>Century Gothic</vt:lpstr>
      <vt:lpstr>Wingdings</vt:lpstr>
      <vt:lpstr>Wingdings 3</vt:lpstr>
      <vt:lpstr>Wisp</vt:lpstr>
      <vt:lpstr>PowerPoint Presentation</vt:lpstr>
      <vt:lpstr>Table Of Content</vt:lpstr>
      <vt:lpstr>Project Summary</vt:lpstr>
      <vt:lpstr>Dataset Overview</vt:lpstr>
      <vt:lpstr>Expected Outcome</vt:lpstr>
      <vt:lpstr>Analyzing Data Steps</vt:lpstr>
      <vt:lpstr>About Data</vt:lpstr>
      <vt:lpstr>Problem Statement</vt:lpstr>
      <vt:lpstr>Data Visualization and Analysis</vt:lpstr>
      <vt:lpstr>PowerPoint Presentation</vt:lpstr>
      <vt:lpstr>PowerPoint Presentation</vt:lpstr>
      <vt:lpstr>  DASHBOARD OVERVIEW</vt:lpstr>
      <vt:lpstr>DASHBOARD OVERVIEW</vt:lpstr>
      <vt:lpstr>DASHBOARD OVERVIEW</vt:lpstr>
      <vt:lpstr>Business Recommendation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 hanumante</dc:creator>
  <cp:keywords/>
  <dc:description>generated using python-pptx</dc:description>
  <cp:lastModifiedBy>nisha hanumante</cp:lastModifiedBy>
  <cp:revision>2</cp:revision>
  <dcterms:created xsi:type="dcterms:W3CDTF">2013-01-27T09:14:16Z</dcterms:created>
  <dcterms:modified xsi:type="dcterms:W3CDTF">2025-11-10T03:54:48Z</dcterms:modified>
  <cp:category/>
</cp:coreProperties>
</file>